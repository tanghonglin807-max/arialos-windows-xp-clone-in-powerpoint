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1" r:id="rId4"/>
    <p:sldId id="282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8" r:id="rId20"/>
    <p:sldId id="280" r:id="rId21"/>
    <p:sldId id="275" r:id="rId22"/>
    <p:sldId id="27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6FE"/>
    <a:srgbClr val="3333CC"/>
    <a:srgbClr val="0164FB"/>
    <a:srgbClr val="0161F7"/>
    <a:srgbClr val="0055E3"/>
    <a:srgbClr val="0159F2"/>
    <a:srgbClr val="FF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53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99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63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612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67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35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27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06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25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11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8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E8485-71DF-44FE-817C-A2685A2761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5E80B-F134-42B1-ABFC-08EB0FC09A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89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7.png"/><Relationship Id="rId7" Type="http://schemas.openxmlformats.org/officeDocument/2006/relationships/slide" Target="slide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image" Target="../media/image8.png"/><Relationship Id="rId10" Type="http://schemas.microsoft.com/office/2007/relationships/hdphoto" Target="../media/hdphoto1.wdp"/><Relationship Id="rId4" Type="http://schemas.openxmlformats.org/officeDocument/2006/relationships/slide" Target="slide13.xml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1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slide" Target="slide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10" Type="http://schemas.openxmlformats.org/officeDocument/2006/relationships/image" Target="../media/image7.png"/><Relationship Id="rId4" Type="http://schemas.openxmlformats.org/officeDocument/2006/relationships/slide" Target="slide9.xml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microsoft.com/office/2007/relationships/hdphoto" Target="../media/hdphoto3.wdp"/><Relationship Id="rId3" Type="http://schemas.openxmlformats.org/officeDocument/2006/relationships/slide" Target="slide10.xml"/><Relationship Id="rId21" Type="http://schemas.openxmlformats.org/officeDocument/2006/relationships/image" Target="../media/image21.png"/><Relationship Id="rId7" Type="http://schemas.openxmlformats.org/officeDocument/2006/relationships/image" Target="../media/image11.png"/><Relationship Id="rId12" Type="http://schemas.microsoft.com/office/2007/relationships/hdphoto" Target="../media/hdphoto1.wdp"/><Relationship Id="rId17" Type="http://schemas.openxmlformats.org/officeDocument/2006/relationships/image" Target="../media/image17.png"/><Relationship Id="rId25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image" Target="../media/image6.png"/><Relationship Id="rId24" Type="http://schemas.openxmlformats.org/officeDocument/2006/relationships/image" Target="../media/image23.png"/><Relationship Id="rId5" Type="http://schemas.openxmlformats.org/officeDocument/2006/relationships/image" Target="../media/image10.jpeg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10" Type="http://schemas.openxmlformats.org/officeDocument/2006/relationships/slide" Target="slide9.xml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4.png"/><Relationship Id="rId22" Type="http://schemas.microsoft.com/office/2007/relationships/hdphoto" Target="../media/hdphoto2.wdp"/><Relationship Id="rId27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4.wdp"/><Relationship Id="rId7" Type="http://schemas.openxmlformats.org/officeDocument/2006/relationships/image" Target="../media/image28.png"/><Relationship Id="rId12" Type="http://schemas.openxmlformats.org/officeDocument/2006/relationships/slide" Target="slide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11" Type="http://schemas.openxmlformats.org/officeDocument/2006/relationships/slide" Target="slide16.xml"/><Relationship Id="rId5" Type="http://schemas.microsoft.com/office/2007/relationships/hdphoto" Target="../media/hdphoto5.wdp"/><Relationship Id="rId10" Type="http://schemas.openxmlformats.org/officeDocument/2006/relationships/slide" Target="slide9.xml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slide" Target="slide18.xml"/><Relationship Id="rId3" Type="http://schemas.microsoft.com/office/2007/relationships/hdphoto" Target="../media/hdphoto4.wdp"/><Relationship Id="rId7" Type="http://schemas.openxmlformats.org/officeDocument/2006/relationships/image" Target="../media/image28.png"/><Relationship Id="rId12" Type="http://schemas.openxmlformats.org/officeDocument/2006/relationships/slide" Target="slide2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11" Type="http://schemas.openxmlformats.org/officeDocument/2006/relationships/image" Target="../media/image29.png"/><Relationship Id="rId5" Type="http://schemas.microsoft.com/office/2007/relationships/hdphoto" Target="../media/hdphoto5.wdp"/><Relationship Id="rId10" Type="http://schemas.openxmlformats.org/officeDocument/2006/relationships/slide" Target="slide9.xml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87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0"/>
    </mc:Choice>
    <mc:Fallback xmlns="">
      <p:transition advClick="0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310" y="1949116"/>
            <a:ext cx="2151711" cy="15159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9822" y="3340314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4754" y="4391385"/>
            <a:ext cx="2449038" cy="20792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F8D27119-BA43-D272-497B-9447F909254D}"/>
              </a:ext>
            </a:extLst>
          </p:cNvPr>
          <p:cNvSpPr/>
          <p:nvPr/>
        </p:nvSpPr>
        <p:spPr>
          <a:xfrm>
            <a:off x="4271708" y="4391385"/>
            <a:ext cx="431708" cy="207921"/>
          </a:xfrm>
          <a:prstGeom prst="roundRect">
            <a:avLst/>
          </a:prstGeom>
          <a:solidFill>
            <a:schemeClr val="accent6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080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310" y="1949116"/>
            <a:ext cx="2151711" cy="15159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9822" y="3340314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4754" y="4391385"/>
            <a:ext cx="2449038" cy="20792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F8D27119-BA43-D272-497B-9447F909254D}"/>
              </a:ext>
            </a:extLst>
          </p:cNvPr>
          <p:cNvSpPr/>
          <p:nvPr/>
        </p:nvSpPr>
        <p:spPr>
          <a:xfrm>
            <a:off x="6612084" y="4391385"/>
            <a:ext cx="431708" cy="20792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006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310" y="1949116"/>
            <a:ext cx="2151711" cy="15159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29822" y="3340314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94754" y="4391385"/>
            <a:ext cx="2449038" cy="207921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F8D27119-BA43-D272-497B-9447F909254D}"/>
              </a:ext>
            </a:extLst>
          </p:cNvPr>
          <p:cNvSpPr/>
          <p:nvPr/>
        </p:nvSpPr>
        <p:spPr>
          <a:xfrm>
            <a:off x="7000841" y="4391384"/>
            <a:ext cx="431708" cy="207921"/>
          </a:xfrm>
          <a:prstGeom prst="roundRect">
            <a:avLst/>
          </a:prstGeom>
          <a:solidFill>
            <a:schemeClr val="accent6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066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6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288" y="2033337"/>
            <a:ext cx="2151711" cy="15159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16800" y="3424535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25966" y="3947755"/>
            <a:ext cx="398166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Begin, Click your user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371" y="2214456"/>
            <a:ext cx="746709" cy="746709"/>
          </a:xfrm>
          <a:prstGeom prst="roundRect">
            <a:avLst/>
          </a:prstGeom>
        </p:spPr>
      </p:pic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7407998" y="221445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35" t="25533" r="27711" b="64670"/>
          <a:stretch/>
        </p:blipFill>
        <p:spPr>
          <a:xfrm>
            <a:off x="0" y="5794755"/>
            <a:ext cx="505328" cy="40907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5328" y="5826384"/>
            <a:ext cx="207537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Turn off computer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183080" y="5794755"/>
            <a:ext cx="486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After you log on, you can add or change Accounts.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Just go to Control Panel and click User Accounts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11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144" y="2927081"/>
            <a:ext cx="746709" cy="746709"/>
          </a:xfrm>
          <a:prstGeom prst="round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7771" y="292708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359181" y="2860441"/>
            <a:ext cx="2828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893" y="3283547"/>
            <a:ext cx="260039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Applying your User settings…</a:t>
            </a:r>
          </a:p>
        </p:txBody>
      </p:sp>
      <p:pic>
        <p:nvPicPr>
          <p:cNvPr id="6" name="winxp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700908" y="6087101"/>
            <a:ext cx="609600" cy="609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723EC2-F9E8-CD9E-8A9D-BF3F0E5181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288" y="2088757"/>
            <a:ext cx="2151711" cy="15159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623CB1-1940-47AA-EF63-5A42B14DDB88}"/>
              </a:ext>
            </a:extLst>
          </p:cNvPr>
          <p:cNvSpPr/>
          <p:nvPr/>
        </p:nvSpPr>
        <p:spPr>
          <a:xfrm>
            <a:off x="3216800" y="3479955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>
                      <a:alpha val="0"/>
                    </a:schemeClr>
                  </a:solidFill>
                  <a:prstDash val="solid"/>
                </a:ln>
                <a:noFill/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748C2-A153-3B60-46CE-FA69F4571EEB}"/>
              </a:ext>
            </a:extLst>
          </p:cNvPr>
          <p:cNvSpPr/>
          <p:nvPr/>
        </p:nvSpPr>
        <p:spPr>
          <a:xfrm>
            <a:off x="1225966" y="4003175"/>
            <a:ext cx="398166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Begin, Click your user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EE6DF-2653-BE6D-A754-ABA718D8DA8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35" t="25533" r="27711" b="64670"/>
          <a:stretch/>
        </p:blipFill>
        <p:spPr>
          <a:xfrm>
            <a:off x="0" y="5850175"/>
            <a:ext cx="505328" cy="409074"/>
          </a:xfrm>
          <a:prstGeom prst="rect">
            <a:avLst/>
          </a:prstGeom>
          <a:noFill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1DF8DC8-3DCD-3FD9-D6B4-52A6C91DF679}"/>
              </a:ext>
            </a:extLst>
          </p:cNvPr>
          <p:cNvSpPr/>
          <p:nvPr/>
        </p:nvSpPr>
        <p:spPr>
          <a:xfrm>
            <a:off x="505328" y="5881804"/>
            <a:ext cx="207537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bg1">
                    <a:alpha val="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Turn off computer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60DB9A-4F12-EFE0-9398-8FE4CB12F86E}"/>
              </a:ext>
            </a:extLst>
          </p:cNvPr>
          <p:cNvSpPr txBox="1"/>
          <p:nvPr/>
        </p:nvSpPr>
        <p:spPr>
          <a:xfrm>
            <a:off x="7183080" y="5850175"/>
            <a:ext cx="486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>
                    <a:alpha val="0"/>
                  </a:schemeClr>
                </a:solidFill>
              </a:rPr>
              <a:t>After you log on, you can add or change Accounts.</a:t>
            </a:r>
          </a:p>
          <a:p>
            <a:r>
              <a:rPr lang="en-US" altLang="zh-CN" dirty="0">
                <a:solidFill>
                  <a:schemeClr val="bg1">
                    <a:alpha val="0"/>
                  </a:schemeClr>
                </a:solidFill>
              </a:rPr>
              <a:t>Just go to Control Panel and click User Accounts</a:t>
            </a:r>
            <a:endParaRPr lang="zh-CN" altLang="en-US" dirty="0">
              <a:solidFill>
                <a:schemeClr val="bg1">
                  <a:alpha val="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155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3000">
        <p159:morph option="byObject"/>
      </p:transition>
    </mc:Choice>
    <mc:Fallback xmlns=""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rgbClr val="66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</p:cNvPr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hlinkClick r:id="rId6" action="ppaction://hlinksldjump"/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1401927" y="5750260"/>
            <a:ext cx="457200" cy="372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069054" y="6123240"/>
            <a:ext cx="112294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4FFA2B3C-55E8-C876-A33B-20AFE12397A4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9B87B9-2A04-2464-508B-A4B8EF32F71B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3:59 PM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055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1401927" y="5750260"/>
            <a:ext cx="457200" cy="372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069054" y="6123240"/>
            <a:ext cx="112294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EB52C560-11AF-7BC6-2363-8D51B061C43E}"/>
              </a:ext>
            </a:extLst>
          </p:cNvPr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rgbClr val="66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hlinkClick r:id="rId4" action="ppaction://hlinksldjump"/>
            <a:extLst>
              <a:ext uri="{FF2B5EF4-FFF2-40B4-BE49-F238E27FC236}">
                <a16:creationId xmlns:a16="http://schemas.microsoft.com/office/drawing/2014/main" id="{C74AA4DD-E872-15F4-8391-FD8291329F11}"/>
              </a:ext>
            </a:extLst>
          </p:cNvPr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20658" t="7953" r="21118" b="14679"/>
          <a:stretch/>
        </p:blipFill>
        <p:spPr>
          <a:xfrm>
            <a:off x="2671010" y="697831"/>
            <a:ext cx="7098631" cy="53059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19337" y="1756611"/>
            <a:ext cx="5442718" cy="40401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13">
            <a:hlinkClick r:id="rId6" action="ppaction://hlinksldjump"/>
          </p:cNvPr>
          <p:cNvPicPr>
            <a:picLocks noChangeAspect="1"/>
          </p:cNvPicPr>
          <p:nvPr/>
        </p:nvPicPr>
        <p:blipFill rotWithShape="1">
          <a:blip r:embed="rId5"/>
          <a:srcRect l="77039" t="8012" r="21085" b="88831"/>
          <a:stretch/>
        </p:blipFill>
        <p:spPr>
          <a:xfrm>
            <a:off x="9533454" y="715575"/>
            <a:ext cx="228601" cy="216570"/>
          </a:xfrm>
          <a:prstGeom prst="rect">
            <a:avLst/>
          </a:prstGeom>
        </p:spPr>
      </p:pic>
      <p:pic>
        <p:nvPicPr>
          <p:cNvPr id="15" name="Picture 14">
            <a:hlinkClick r:id="rId7" action="ppaction://hlinksldjump"/>
          </p:cNvPr>
          <p:cNvPicPr>
            <a:picLocks noChangeAspect="1"/>
          </p:cNvPicPr>
          <p:nvPr/>
        </p:nvPicPr>
        <p:blipFill rotWithShape="1">
          <a:blip r:embed="rId5"/>
          <a:srcRect l="75165" t="7952" r="23256" b="88656"/>
          <a:stretch/>
        </p:blipFill>
        <p:spPr>
          <a:xfrm>
            <a:off x="9298979" y="697831"/>
            <a:ext cx="192505" cy="232611"/>
          </a:xfrm>
          <a:prstGeom prst="rect">
            <a:avLst/>
          </a:prstGeom>
        </p:spPr>
      </p:pic>
      <p:pic>
        <p:nvPicPr>
          <p:cNvPr id="16" name="Picture 15">
            <a:hlinkClick r:id="rId8" action="ppaction://hlinksldjump"/>
          </p:cNvPr>
          <p:cNvPicPr>
            <a:picLocks noChangeAspect="1"/>
          </p:cNvPicPr>
          <p:nvPr/>
        </p:nvPicPr>
        <p:blipFill rotWithShape="1">
          <a:blip r:embed="rId5"/>
          <a:srcRect l="73014" t="7953" r="25034" b="88372"/>
          <a:stretch/>
        </p:blipFill>
        <p:spPr>
          <a:xfrm>
            <a:off x="9060984" y="697831"/>
            <a:ext cx="237995" cy="252059"/>
          </a:xfrm>
          <a:prstGeom prst="rect">
            <a:avLst/>
          </a:prstGeom>
        </p:spPr>
      </p:pic>
      <p:pic>
        <p:nvPicPr>
          <p:cNvPr id="13" name="Picture 12">
            <a:hlinkClick r:id="rId4" action="ppaction://hlinksldjump"/>
            <a:extLst>
              <a:ext uri="{FF2B5EF4-FFF2-40B4-BE49-F238E27FC236}">
                <a16:creationId xmlns:a16="http://schemas.microsoft.com/office/drawing/2014/main" id="{718479D9-B1A4-FFFC-1830-0A2EB55BEB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310BF5-41D5-4E7A-1CA1-60DD1A23AA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2632681" y="666954"/>
            <a:ext cx="349829" cy="285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BB06D5-8E1B-4649-98C5-10F96569BC4E}"/>
              </a:ext>
            </a:extLst>
          </p:cNvPr>
          <p:cNvSpPr/>
          <p:nvPr/>
        </p:nvSpPr>
        <p:spPr>
          <a:xfrm>
            <a:off x="2913643" y="717770"/>
            <a:ext cx="947253" cy="234315"/>
          </a:xfrm>
          <a:prstGeom prst="rect">
            <a:avLst/>
          </a:prstGeom>
          <a:gradFill flip="none" rotWithShape="1">
            <a:gsLst>
              <a:gs pos="0">
                <a:srgbClr val="0055E3"/>
              </a:gs>
              <a:gs pos="100000">
                <a:srgbClr val="0164F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F34FB8-8ADD-D6CE-E53D-80D0F798265F}"/>
              </a:ext>
            </a:extLst>
          </p:cNvPr>
          <p:cNvSpPr/>
          <p:nvPr/>
        </p:nvSpPr>
        <p:spPr>
          <a:xfrm>
            <a:off x="2718853" y="700266"/>
            <a:ext cx="1199768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>
            <a:hlinkClick r:id="rId8" action="ppaction://hlinksldjump"/>
            <a:extLst>
              <a:ext uri="{FF2B5EF4-FFF2-40B4-BE49-F238E27FC236}">
                <a16:creationId xmlns:a16="http://schemas.microsoft.com/office/drawing/2014/main" id="{D81ADCF4-75B0-99EB-CE93-A1F71DE73331}"/>
              </a:ext>
            </a:extLst>
          </p:cNvPr>
          <p:cNvSpPr/>
          <p:nvPr/>
        </p:nvSpPr>
        <p:spPr>
          <a:xfrm>
            <a:off x="1118937" y="6539350"/>
            <a:ext cx="1658830" cy="317172"/>
          </a:xfrm>
          <a:prstGeom prst="rect">
            <a:avLst/>
          </a:prstGeom>
          <a:gradFill flip="none" rotWithShape="1">
            <a:gsLst>
              <a:gs pos="0">
                <a:srgbClr val="0055E3"/>
              </a:gs>
              <a:gs pos="100000">
                <a:srgbClr val="0164F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hlinkClick r:id="rId8" action="ppaction://hlinksldjump"/>
            <a:extLst>
              <a:ext uri="{FF2B5EF4-FFF2-40B4-BE49-F238E27FC236}">
                <a16:creationId xmlns:a16="http://schemas.microsoft.com/office/drawing/2014/main" id="{CD5A6155-3C6C-9F1C-1AEE-546E8C15DC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061504" y="6455775"/>
            <a:ext cx="560435" cy="446746"/>
          </a:xfrm>
          <a:prstGeom prst="rect">
            <a:avLst/>
          </a:prstGeom>
        </p:spPr>
      </p:pic>
      <p:sp>
        <p:nvSpPr>
          <p:cNvPr id="20" name="Rectangle 19">
            <a:hlinkClick r:id="rId8" action="ppaction://hlinksldjump"/>
            <a:extLst>
              <a:ext uri="{FF2B5EF4-FFF2-40B4-BE49-F238E27FC236}">
                <a16:creationId xmlns:a16="http://schemas.microsoft.com/office/drawing/2014/main" id="{470C0379-0882-6075-FF6F-B58E076BE16A}"/>
              </a:ext>
            </a:extLst>
          </p:cNvPr>
          <p:cNvSpPr/>
          <p:nvPr/>
        </p:nvSpPr>
        <p:spPr>
          <a:xfrm>
            <a:off x="1340754" y="6510907"/>
            <a:ext cx="143701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1C89C65C-F9A5-F0A4-0473-27F419F61F6F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A9582-2DDD-876E-2B4C-767CDC409271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4:00 PM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91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>
            <a:hlinkClick r:id="rId3" action="ppaction://hlinksldjump"/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1401927" y="5750260"/>
            <a:ext cx="457200" cy="372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069054" y="6123240"/>
            <a:ext cx="112294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7A90281B-01F4-07CD-5D1B-D9280553CD68}"/>
              </a:ext>
            </a:extLst>
          </p:cNvPr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rgbClr val="66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9">
            <a:hlinkClick r:id="rId5" action="ppaction://hlinksldjump"/>
            <a:extLst>
              <a:ext uri="{FF2B5EF4-FFF2-40B4-BE49-F238E27FC236}">
                <a16:creationId xmlns:a16="http://schemas.microsoft.com/office/drawing/2014/main" id="{3EF0AAF1-E87F-7040-8BE5-0222AD1C40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sp>
        <p:nvSpPr>
          <p:cNvPr id="11" name="Rectangle 10">
            <a:hlinkClick r:id="rId5" action="ppaction://hlinksldjump"/>
            <a:extLst>
              <a:ext uri="{FF2B5EF4-FFF2-40B4-BE49-F238E27FC236}">
                <a16:creationId xmlns:a16="http://schemas.microsoft.com/office/drawing/2014/main" id="{F4A759EB-B85C-DB18-490D-ED9C20845C3E}"/>
              </a:ext>
            </a:extLst>
          </p:cNvPr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A4911530-66D4-B319-B690-23428CC0CAC0}"/>
              </a:ext>
            </a:extLst>
          </p:cNvPr>
          <p:cNvSpPr/>
          <p:nvPr/>
        </p:nvSpPr>
        <p:spPr>
          <a:xfrm>
            <a:off x="1118937" y="6539350"/>
            <a:ext cx="1658830" cy="317172"/>
          </a:xfrm>
          <a:prstGeom prst="rect">
            <a:avLst/>
          </a:prstGeom>
          <a:gradFill flip="none" rotWithShape="1">
            <a:gsLst>
              <a:gs pos="0">
                <a:srgbClr val="0055E3"/>
              </a:gs>
              <a:gs pos="100000">
                <a:srgbClr val="0164F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hlinkClick r:id="rId3" action="ppaction://hlinksldjump"/>
            <a:extLst>
              <a:ext uri="{FF2B5EF4-FFF2-40B4-BE49-F238E27FC236}">
                <a16:creationId xmlns:a16="http://schemas.microsoft.com/office/drawing/2014/main" id="{D8441754-43D2-89D0-5374-9155BBF258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061504" y="6455775"/>
            <a:ext cx="560435" cy="446746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15661F2-22EF-14B3-96B5-B60387BCE73E}"/>
              </a:ext>
            </a:extLst>
          </p:cNvPr>
          <p:cNvSpPr/>
          <p:nvPr/>
        </p:nvSpPr>
        <p:spPr>
          <a:xfrm>
            <a:off x="1398187" y="6504057"/>
            <a:ext cx="143701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FA54C4D3-F19C-3083-5E08-C208F0E4F046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7779C-8911-22BB-F3C7-04BDD982559C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4:00 PM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3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l="20741" t="7953" r="21119" b="14679"/>
          <a:stretch/>
        </p:blipFill>
        <p:spPr>
          <a:xfrm>
            <a:off x="-49877" y="5363"/>
            <a:ext cx="12347171" cy="651408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39452" y="1299411"/>
            <a:ext cx="9352547" cy="49931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13">
            <a:hlinkClick r:id="rId4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77039" t="8012" r="21085" b="88831"/>
          <a:stretch/>
        </p:blipFill>
        <p:spPr>
          <a:xfrm>
            <a:off x="11814830" y="-36263"/>
            <a:ext cx="482464" cy="340809"/>
          </a:xfrm>
          <a:prstGeom prst="rect">
            <a:avLst/>
          </a:prstGeom>
        </p:spPr>
      </p:pic>
      <p:pic>
        <p:nvPicPr>
          <p:cNvPr id="15" name="Picture 14">
            <a:hlinkClick r:id="rId5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75165" t="7952" r="23256" b="88656"/>
          <a:stretch/>
        </p:blipFill>
        <p:spPr>
          <a:xfrm>
            <a:off x="11404505" y="0"/>
            <a:ext cx="410325" cy="304546"/>
          </a:xfrm>
          <a:prstGeom prst="rect">
            <a:avLst/>
          </a:prstGeom>
        </p:spPr>
      </p:pic>
      <p:pic>
        <p:nvPicPr>
          <p:cNvPr id="16" name="Picture 15">
            <a:hlinkClick r:id="rId6" action="ppaction://hlinksldjump"/>
          </p:cNvPr>
          <p:cNvPicPr>
            <a:picLocks noChangeAspect="1"/>
          </p:cNvPicPr>
          <p:nvPr/>
        </p:nvPicPr>
        <p:blipFill rotWithShape="1">
          <a:blip r:embed="rId3"/>
          <a:srcRect l="73014" t="7953" r="25034" b="88372"/>
          <a:stretch/>
        </p:blipFill>
        <p:spPr>
          <a:xfrm>
            <a:off x="11024588" y="0"/>
            <a:ext cx="359742" cy="304546"/>
          </a:xfrm>
          <a:prstGeom prst="rect">
            <a:avLst/>
          </a:prstGeom>
        </p:spPr>
      </p:pic>
      <p:sp>
        <p:nvSpPr>
          <p:cNvPr id="7" name="Rounded Rectangle 4">
            <a:hlinkClick r:id="rId7" action="ppaction://hlinksldjump"/>
            <a:extLst>
              <a:ext uri="{FF2B5EF4-FFF2-40B4-BE49-F238E27FC236}">
                <a16:creationId xmlns:a16="http://schemas.microsoft.com/office/drawing/2014/main" id="{39B2BA6F-FC46-E1E8-4346-8906444BDF83}"/>
              </a:ext>
            </a:extLst>
          </p:cNvPr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rgbClr val="66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>
            <a:hlinkClick r:id="rId7" action="ppaction://hlinksldjump"/>
            <a:extLst>
              <a:ext uri="{FF2B5EF4-FFF2-40B4-BE49-F238E27FC236}">
                <a16:creationId xmlns:a16="http://schemas.microsoft.com/office/drawing/2014/main" id="{681ADE00-732F-B9EC-BC1D-4800504AC65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sp>
        <p:nvSpPr>
          <p:cNvPr id="9" name="Rectangle 8">
            <a:hlinkClick r:id="rId7" action="ppaction://hlinksldjump"/>
            <a:extLst>
              <a:ext uri="{FF2B5EF4-FFF2-40B4-BE49-F238E27FC236}">
                <a16:creationId xmlns:a16="http://schemas.microsoft.com/office/drawing/2014/main" id="{D958AE3C-369D-77A2-9C89-94459D229F06}"/>
              </a:ext>
            </a:extLst>
          </p:cNvPr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1E858-F5C6-7B44-1FB2-38CDF5C8F7AC}"/>
              </a:ext>
            </a:extLst>
          </p:cNvPr>
          <p:cNvSpPr/>
          <p:nvPr/>
        </p:nvSpPr>
        <p:spPr>
          <a:xfrm>
            <a:off x="54986" y="35115"/>
            <a:ext cx="1658830" cy="269431"/>
          </a:xfrm>
          <a:prstGeom prst="rect">
            <a:avLst/>
          </a:prstGeom>
          <a:gradFill flip="none" rotWithShape="1">
            <a:gsLst>
              <a:gs pos="0">
                <a:srgbClr val="0055E3"/>
              </a:gs>
              <a:gs pos="100000">
                <a:srgbClr val="0164F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4941FB-3442-F4BE-8277-BA78C1428B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0" y="-94459"/>
            <a:ext cx="560435" cy="4571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E4518E-605F-A942-C642-0DFDD534EC31}"/>
              </a:ext>
            </a:extLst>
          </p:cNvPr>
          <p:cNvSpPr/>
          <p:nvPr/>
        </p:nvSpPr>
        <p:spPr>
          <a:xfrm>
            <a:off x="329450" y="-14836"/>
            <a:ext cx="143701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hlinkClick r:id="rId6" action="ppaction://hlinksldjump"/>
            <a:extLst>
              <a:ext uri="{FF2B5EF4-FFF2-40B4-BE49-F238E27FC236}">
                <a16:creationId xmlns:a16="http://schemas.microsoft.com/office/drawing/2014/main" id="{B8DD66EF-E391-799F-0105-561C514A41CB}"/>
              </a:ext>
            </a:extLst>
          </p:cNvPr>
          <p:cNvSpPr/>
          <p:nvPr/>
        </p:nvSpPr>
        <p:spPr>
          <a:xfrm>
            <a:off x="1118937" y="6539350"/>
            <a:ext cx="1658830" cy="317172"/>
          </a:xfrm>
          <a:prstGeom prst="rect">
            <a:avLst/>
          </a:prstGeom>
          <a:gradFill flip="none" rotWithShape="1">
            <a:gsLst>
              <a:gs pos="0">
                <a:srgbClr val="0055E3"/>
              </a:gs>
              <a:gs pos="100000">
                <a:srgbClr val="0164F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  <a:extLst>
              <a:ext uri="{FF2B5EF4-FFF2-40B4-BE49-F238E27FC236}">
                <a16:creationId xmlns:a16="http://schemas.microsoft.com/office/drawing/2014/main" id="{885AA621-0AEB-FA1D-9D97-56099E9B554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061504" y="6455775"/>
            <a:ext cx="560435" cy="446746"/>
          </a:xfrm>
          <a:prstGeom prst="rect">
            <a:avLst/>
          </a:prstGeom>
        </p:spPr>
      </p:pic>
      <p:sp>
        <p:nvSpPr>
          <p:cNvPr id="19" name="Rectangle 18">
            <a:hlinkClick r:id="rId6" action="ppaction://hlinksldjump"/>
            <a:extLst>
              <a:ext uri="{FF2B5EF4-FFF2-40B4-BE49-F238E27FC236}">
                <a16:creationId xmlns:a16="http://schemas.microsoft.com/office/drawing/2014/main" id="{943FD9CD-BC26-1C01-589C-C09D5C21DF74}"/>
              </a:ext>
            </a:extLst>
          </p:cNvPr>
          <p:cNvSpPr/>
          <p:nvPr/>
        </p:nvSpPr>
        <p:spPr>
          <a:xfrm>
            <a:off x="1393401" y="6489399"/>
            <a:ext cx="1437013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12867A0A-4EFB-63AB-1071-ABC5818EAA85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7233C1-1FA6-3740-5819-82FFA214FF4C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4:00 PM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21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0" y="2129590"/>
            <a:ext cx="3462719" cy="4728410"/>
          </a:xfrm>
          <a:prstGeom prst="roundRect">
            <a:avLst>
              <a:gd name="adj" fmla="val 647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>
            <a:hlinkClick r:id="rId3" action="ppaction://hlinksldjump"/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1401927" y="5750260"/>
            <a:ext cx="457200" cy="372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069054" y="6123240"/>
            <a:ext cx="112294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2550695"/>
            <a:ext cx="2018929" cy="3572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018929" y="2550693"/>
            <a:ext cx="1443790" cy="3572546"/>
          </a:xfrm>
          <a:prstGeom prst="rect">
            <a:avLst/>
          </a:prstGeom>
          <a:solidFill>
            <a:srgbClr val="CFE6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1" y="2176603"/>
            <a:ext cx="338416" cy="338416"/>
          </a:xfrm>
          <a:prstGeom prst="round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560" y="2160178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Dan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4183" y="6159745"/>
            <a:ext cx="357729" cy="288770"/>
          </a:xfrm>
          <a:prstGeom prst="rect">
            <a:avLst/>
          </a:prstGeom>
        </p:spPr>
      </p:pic>
      <p:pic>
        <p:nvPicPr>
          <p:cNvPr id="16" name="Picture 15">
            <a:hlinkClick r:id="rId8" action="ppaction://hlinksldjump"/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14" t="16374" r="71534" b="78408"/>
          <a:stretch/>
        </p:blipFill>
        <p:spPr>
          <a:xfrm>
            <a:off x="1441268" y="6206206"/>
            <a:ext cx="218249" cy="2182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4263" y="6197388"/>
            <a:ext cx="5757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</a:rPr>
              <a:t>Log off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22663" y="6197388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</a:rPr>
              <a:t>Turn off computer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Rounded Rectangle 4">
            <a:hlinkClick r:id="rId10" action="ppaction://hlinksldjump"/>
            <a:extLst>
              <a:ext uri="{FF2B5EF4-FFF2-40B4-BE49-F238E27FC236}">
                <a16:creationId xmlns:a16="http://schemas.microsoft.com/office/drawing/2014/main" id="{D4660B2E-F5D4-70CE-5132-18EBF6977B37}"/>
              </a:ext>
            </a:extLst>
          </p:cNvPr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rgbClr val="66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18">
            <a:hlinkClick r:id="rId10" action="ppaction://hlinksldjump"/>
            <a:extLst>
              <a:ext uri="{FF2B5EF4-FFF2-40B4-BE49-F238E27FC236}">
                <a16:creationId xmlns:a16="http://schemas.microsoft.com/office/drawing/2014/main" id="{A3E33B58-4FBB-315A-8B21-48D3F82EBEA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sp>
        <p:nvSpPr>
          <p:cNvPr id="20" name="Rectangle 19">
            <a:hlinkClick r:id="rId10" action="ppaction://hlinksldjump"/>
            <a:extLst>
              <a:ext uri="{FF2B5EF4-FFF2-40B4-BE49-F238E27FC236}">
                <a16:creationId xmlns:a16="http://schemas.microsoft.com/office/drawing/2014/main" id="{28A13B13-D7AE-993A-9423-8367352C0C22}"/>
              </a:ext>
            </a:extLst>
          </p:cNvPr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1A74C-7571-30E4-0B8E-50864120B8B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2250" b="-16"/>
          <a:stretch/>
        </p:blipFill>
        <p:spPr>
          <a:xfrm>
            <a:off x="1" y="2546905"/>
            <a:ext cx="1587724" cy="4125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1AD800-3EC7-B83F-497E-A4F784E5F18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" r="2250" b="-1199"/>
          <a:stretch/>
        </p:blipFill>
        <p:spPr>
          <a:xfrm>
            <a:off x="1" y="2961339"/>
            <a:ext cx="1587724" cy="41257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C892F0A-340C-07D9-8DA4-A7EC8988BE95}"/>
              </a:ext>
            </a:extLst>
          </p:cNvPr>
          <p:cNvCxnSpPr/>
          <p:nvPr/>
        </p:nvCxnSpPr>
        <p:spPr>
          <a:xfrm>
            <a:off x="437879" y="3378357"/>
            <a:ext cx="11498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FFF4EA40-1418-2F3A-B4B9-6662AB50B87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" r="2250" b="1299"/>
          <a:stretch/>
        </p:blipFill>
        <p:spPr>
          <a:xfrm>
            <a:off x="1" y="3477716"/>
            <a:ext cx="1587724" cy="344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6FF9159-F87F-B013-A19E-C178BFD0D75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" r="2251" b="-2658"/>
          <a:stretch/>
        </p:blipFill>
        <p:spPr>
          <a:xfrm>
            <a:off x="1" y="3834027"/>
            <a:ext cx="1587723" cy="3756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CC569D-1B91-281E-2EDD-818315EBDE9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2250" b="1323"/>
          <a:stretch/>
        </p:blipFill>
        <p:spPr>
          <a:xfrm>
            <a:off x="0" y="4197568"/>
            <a:ext cx="1587723" cy="3674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9682192-A8D9-C945-58A7-D17B7F8EC31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r="2250" b="-6004"/>
          <a:stretch/>
        </p:blipFill>
        <p:spPr>
          <a:xfrm>
            <a:off x="0" y="4571789"/>
            <a:ext cx="1587723" cy="40311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4AA25E9-48AB-2375-7966-0EAA03E9176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-2602" b="-2602"/>
          <a:stretch/>
        </p:blipFill>
        <p:spPr>
          <a:xfrm>
            <a:off x="-7438" y="4952074"/>
            <a:ext cx="1631701" cy="38544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60F29C0-7D73-9275-080B-AE76C530038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5255" t="-1634" r="2836" b="3903"/>
          <a:stretch/>
        </p:blipFill>
        <p:spPr>
          <a:xfrm>
            <a:off x="257346" y="5787853"/>
            <a:ext cx="1499692" cy="335386"/>
          </a:xfrm>
          <a:prstGeom prst="rect">
            <a:avLst/>
          </a:prstGeom>
        </p:spPr>
      </p:pic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AF1386A1-A16D-BDB6-0242-4D349A0B4C32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031D6-D6E7-3DB7-575C-32FFE2526A30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4:26 PM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738521-3751-194E-6EFA-4E1B7BC6DA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85111" b="89461" l="527" r="4707">
                        <a14:foregroundMark x1="2292" y1="89375" x2="729" y2="87917"/>
                        <a14:foregroundMark x1="521" y1="86354" x2="1563" y2="86458"/>
                        <a14:foregroundMark x1="521" y1="86563" x2="1458" y2="86563"/>
                        <a14:foregroundMark x1="2708" y1="89375" x2="1979" y2="8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84567" r="94771" b="9995"/>
          <a:stretch/>
        </p:blipFill>
        <p:spPr>
          <a:xfrm>
            <a:off x="2055777" y="2620084"/>
            <a:ext cx="255720" cy="26621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D515DCD-EFDE-9372-58D8-B20D843E16DA}"/>
              </a:ext>
            </a:extLst>
          </p:cNvPr>
          <p:cNvSpPr txBox="1"/>
          <p:nvPr/>
        </p:nvSpPr>
        <p:spPr>
          <a:xfrm>
            <a:off x="2233047" y="2653378"/>
            <a:ext cx="8980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My Documents</a:t>
            </a:r>
          </a:p>
        </p:txBody>
      </p:sp>
      <p:pic>
        <p:nvPicPr>
          <p:cNvPr id="43" name="Picture 4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10FF17-8625-7CE2-44F5-2C0642BC0E9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5" t="39361" r="80011" b="54970"/>
          <a:stretch/>
        </p:blipFill>
        <p:spPr>
          <a:xfrm>
            <a:off x="2062874" y="2908537"/>
            <a:ext cx="241525" cy="26008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243F29D-5C74-322C-C855-B63CFCED84F5}"/>
              </a:ext>
            </a:extLst>
          </p:cNvPr>
          <p:cNvSpPr txBox="1"/>
          <p:nvPr/>
        </p:nvSpPr>
        <p:spPr>
          <a:xfrm>
            <a:off x="2233047" y="2924705"/>
            <a:ext cx="12490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My Recent Documents</a:t>
            </a:r>
          </a:p>
        </p:txBody>
      </p:sp>
      <p:pic>
        <p:nvPicPr>
          <p:cNvPr id="46" name="Picture 4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73FA4-B936-9209-A09D-DA907C34659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0" t="85190" r="74856" b="10181"/>
          <a:stretch/>
        </p:blipFill>
        <p:spPr>
          <a:xfrm>
            <a:off x="2064434" y="3204352"/>
            <a:ext cx="289585" cy="26008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1F3F536-6CA5-89F3-2E50-D9F463585410}"/>
              </a:ext>
            </a:extLst>
          </p:cNvPr>
          <p:cNvSpPr txBox="1"/>
          <p:nvPr/>
        </p:nvSpPr>
        <p:spPr>
          <a:xfrm>
            <a:off x="2270466" y="3208510"/>
            <a:ext cx="7393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My Pictures</a:t>
            </a:r>
          </a:p>
        </p:txBody>
      </p:sp>
      <p:pic>
        <p:nvPicPr>
          <p:cNvPr id="49" name="Picture 4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BA7763-8818-76CD-D3C5-D191C46F9E1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7" t="84857" r="60326" b="10407"/>
          <a:stretch/>
        </p:blipFill>
        <p:spPr>
          <a:xfrm>
            <a:off x="2092427" y="3474699"/>
            <a:ext cx="251358" cy="27140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8B1F02A-8F47-E169-31AB-ABA8BA3B3858}"/>
              </a:ext>
            </a:extLst>
          </p:cNvPr>
          <p:cNvSpPr txBox="1"/>
          <p:nvPr/>
        </p:nvSpPr>
        <p:spPr>
          <a:xfrm>
            <a:off x="2269561" y="3503274"/>
            <a:ext cx="6431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My Music</a:t>
            </a:r>
          </a:p>
        </p:txBody>
      </p:sp>
      <p:pic>
        <p:nvPicPr>
          <p:cNvPr id="52" name="Picture 5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C38504-EE11-E0F4-37EE-2477749CB8C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5000" b="19896" l="5104" r="9896">
                        <a14:foregroundMark x1="5208" y1="15937" x2="5521" y2="17396"/>
                        <a14:foregroundMark x1="7917" y1="19375" x2="5938" y2="18646"/>
                        <a14:foregroundMark x1="6146" y1="19792" x2="6979" y2="19896"/>
                        <a14:foregroundMark x1="9271" y1="16250" x2="9583" y2="185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98" t="14611" r="89548" b="80040"/>
          <a:stretch/>
        </p:blipFill>
        <p:spPr>
          <a:xfrm>
            <a:off x="2082837" y="3784902"/>
            <a:ext cx="276732" cy="27140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CCE843B-1C9B-1AEE-CAE8-BEC94632C922}"/>
              </a:ext>
            </a:extLst>
          </p:cNvPr>
          <p:cNvSpPr txBox="1"/>
          <p:nvPr/>
        </p:nvSpPr>
        <p:spPr>
          <a:xfrm>
            <a:off x="2301505" y="3792559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My Computer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003826F-8D60-5901-FD42-D3611E38D301}"/>
              </a:ext>
            </a:extLst>
          </p:cNvPr>
          <p:cNvCxnSpPr/>
          <p:nvPr/>
        </p:nvCxnSpPr>
        <p:spPr>
          <a:xfrm>
            <a:off x="2200062" y="4079029"/>
            <a:ext cx="9855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7" name="Picture 5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D45F96-0E67-95EC-7915-4A668567779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8" t="9980" r="89867" b="85230"/>
          <a:stretch/>
        </p:blipFill>
        <p:spPr>
          <a:xfrm>
            <a:off x="2077191" y="4150383"/>
            <a:ext cx="285753" cy="26658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8D9A4F7-333B-7ACB-0CB8-5BAC926A3858}"/>
              </a:ext>
            </a:extLst>
          </p:cNvPr>
          <p:cNvSpPr txBox="1"/>
          <p:nvPr/>
        </p:nvSpPr>
        <p:spPr>
          <a:xfrm>
            <a:off x="2269561" y="4722650"/>
            <a:ext cx="10406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Printers and Faxes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D077DDC-AF04-C0E9-8682-BBA09342404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26667" b="91667" l="14815" r="92593">
                        <a14:foregroundMark x1="92593" y1="46667" x2="87037" y2="60000"/>
                      </a14:backgroundRemoval>
                    </a14:imgEffect>
                  </a14:imgLayer>
                </a14:imgProps>
              </a:ext>
            </a:extLst>
          </a:blip>
          <a:srcRect l="7349" t="18713"/>
          <a:stretch/>
        </p:blipFill>
        <p:spPr>
          <a:xfrm>
            <a:off x="2061695" y="4419602"/>
            <a:ext cx="276732" cy="26976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C09FC14-69CF-9780-8BDD-0D56EEA4A6F6}"/>
              </a:ext>
            </a:extLst>
          </p:cNvPr>
          <p:cNvSpPr txBox="1"/>
          <p:nvPr/>
        </p:nvSpPr>
        <p:spPr>
          <a:xfrm>
            <a:off x="2230340" y="433908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Set Program Access and</a:t>
            </a:r>
          </a:p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Defaults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CBEC67B4-3079-51FC-A95F-9BF59E3A67E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69132" y="4675806"/>
            <a:ext cx="276523" cy="30212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A2AC07DC-CBE4-DDF8-4028-7B85AB3E3C43}"/>
              </a:ext>
            </a:extLst>
          </p:cNvPr>
          <p:cNvSpPr txBox="1"/>
          <p:nvPr/>
        </p:nvSpPr>
        <p:spPr>
          <a:xfrm>
            <a:off x="2273619" y="4152316"/>
            <a:ext cx="8226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Control Panel</a:t>
            </a:r>
          </a:p>
        </p:txBody>
      </p:sp>
      <p:pic>
        <p:nvPicPr>
          <p:cNvPr id="70" name="Picture 6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161E8B-DEAB-714D-1840-2ABDE0DCA86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88" r="95066" b="65329"/>
          <a:stretch/>
        </p:blipFill>
        <p:spPr>
          <a:xfrm>
            <a:off x="2048898" y="5081844"/>
            <a:ext cx="286620" cy="266213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7EA8E98-DBE0-AF26-4C5E-51EE04B7AC95}"/>
              </a:ext>
            </a:extLst>
          </p:cNvPr>
          <p:cNvCxnSpPr/>
          <p:nvPr/>
        </p:nvCxnSpPr>
        <p:spPr>
          <a:xfrm>
            <a:off x="2182725" y="5074647"/>
            <a:ext cx="9855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D9B9712-57CF-9D24-D442-3FCC8D9FF3F0}"/>
              </a:ext>
            </a:extLst>
          </p:cNvPr>
          <p:cNvSpPr txBox="1"/>
          <p:nvPr/>
        </p:nvSpPr>
        <p:spPr>
          <a:xfrm>
            <a:off x="2250809" y="5098661"/>
            <a:ext cx="1005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Help and Support</a:t>
            </a:r>
          </a:p>
        </p:txBody>
      </p:sp>
      <p:pic>
        <p:nvPicPr>
          <p:cNvPr id="74" name="Picture 7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7A6714-CE64-C863-E0D5-961D3D8F03F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9680" r="44997" b="54982"/>
          <a:stretch/>
        </p:blipFill>
        <p:spPr>
          <a:xfrm>
            <a:off x="2083251" y="5354317"/>
            <a:ext cx="233619" cy="24922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D5744D82-8272-0F09-68CA-400789AE9228}"/>
              </a:ext>
            </a:extLst>
          </p:cNvPr>
          <p:cNvSpPr txBox="1"/>
          <p:nvPr/>
        </p:nvSpPr>
        <p:spPr>
          <a:xfrm>
            <a:off x="2260854" y="5360564"/>
            <a:ext cx="4988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Search</a:t>
            </a:r>
          </a:p>
        </p:txBody>
      </p:sp>
      <p:pic>
        <p:nvPicPr>
          <p:cNvPr id="77" name="Picture 7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12591C-F940-8DA7-F0CD-D8B321B34FE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33" t="30340" r="35496" b="66060"/>
          <a:stretch/>
        </p:blipFill>
        <p:spPr>
          <a:xfrm>
            <a:off x="2016037" y="5612190"/>
            <a:ext cx="306626" cy="24691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2D053F63-19B0-9AA4-E9E3-1271F4617103}"/>
              </a:ext>
            </a:extLst>
          </p:cNvPr>
          <p:cNvSpPr txBox="1"/>
          <p:nvPr/>
        </p:nvSpPr>
        <p:spPr>
          <a:xfrm>
            <a:off x="2265422" y="5627947"/>
            <a:ext cx="369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50000"/>
                  </a:schemeClr>
                </a:solidFill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87111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hlinkClick r:id="rId6" action="ppaction://hlinksldjump"/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1401927" y="5750260"/>
            <a:ext cx="457200" cy="372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069054" y="6123240"/>
            <a:ext cx="112294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737" y="1986965"/>
            <a:ext cx="2676525" cy="1704975"/>
          </a:xfrm>
          <a:prstGeom prst="rect">
            <a:avLst/>
          </a:prstGeom>
        </p:spPr>
      </p:pic>
      <p:pic>
        <p:nvPicPr>
          <p:cNvPr id="10" name="Picture 9">
            <a:hlinkClick r:id="rId10" action="ppaction://hlinksldjump"/>
          </p:cNvPr>
          <p:cNvPicPr>
            <a:picLocks noChangeAspect="1"/>
          </p:cNvPicPr>
          <p:nvPr/>
        </p:nvPicPr>
        <p:blipFill rotWithShape="1">
          <a:blip r:embed="rId9"/>
          <a:srcRect l="77271" t="84813" r="3400" b="6719"/>
          <a:stretch/>
        </p:blipFill>
        <p:spPr>
          <a:xfrm>
            <a:off x="6821906" y="3439277"/>
            <a:ext cx="517358" cy="144378"/>
          </a:xfrm>
          <a:prstGeom prst="rect">
            <a:avLst/>
          </a:prstGeom>
        </p:spPr>
      </p:pic>
      <p:pic>
        <p:nvPicPr>
          <p:cNvPr id="11" name="Picture 10">
            <a:hlinkClick r:id="rId11" action="ppaction://hlinksldjump"/>
          </p:cNvPr>
          <p:cNvPicPr>
            <a:picLocks noChangeAspect="1"/>
          </p:cNvPicPr>
          <p:nvPr/>
        </p:nvPicPr>
        <p:blipFill rotWithShape="1">
          <a:blip r:embed="rId9"/>
          <a:srcRect l="63659" t="40826" r="26002" b="43649"/>
          <a:stretch/>
        </p:blipFill>
        <p:spPr>
          <a:xfrm>
            <a:off x="6448928" y="2683040"/>
            <a:ext cx="276726" cy="264695"/>
          </a:xfrm>
          <a:prstGeom prst="rect">
            <a:avLst/>
          </a:prstGeom>
        </p:spPr>
      </p:pic>
      <p:pic>
        <p:nvPicPr>
          <p:cNvPr id="12" name="Picture 11">
            <a:hlinkClick r:id="rId12" action="ppaction://hlinksldjump"/>
          </p:cNvPr>
          <p:cNvPicPr>
            <a:picLocks noChangeAspect="1"/>
          </p:cNvPicPr>
          <p:nvPr/>
        </p:nvPicPr>
        <p:blipFill rotWithShape="1">
          <a:blip r:embed="rId9"/>
          <a:srcRect l="26868" t="40014" r="63242" b="42343"/>
          <a:stretch/>
        </p:blipFill>
        <p:spPr>
          <a:xfrm>
            <a:off x="5475625" y="2664991"/>
            <a:ext cx="264695" cy="300791"/>
          </a:xfrm>
          <a:prstGeom prst="rect">
            <a:avLst/>
          </a:prstGeom>
        </p:spPr>
      </p:pic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8AC35FB7-42A8-483E-1F60-A695E991592D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AEFA2C-6B14-6FAC-6806-51043096BC0C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4:00 PM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548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33147"/>
            <a:ext cx="12192000" cy="32485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-120316" y="6533147"/>
            <a:ext cx="1239253" cy="32485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16" y="6466973"/>
            <a:ext cx="648929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6669" y="6519446"/>
            <a:ext cx="58451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hlinkClick r:id="rId6" action="ppaction://hlinksldjump"/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04" t="54135" r="87951" b="38832"/>
          <a:stretch/>
        </p:blipFill>
        <p:spPr>
          <a:xfrm>
            <a:off x="11401927" y="5750260"/>
            <a:ext cx="457200" cy="372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069054" y="6123240"/>
            <a:ext cx="112294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Recycle Bin</a:t>
            </a:r>
            <a:endParaRPr lang="en-US" altLang="zh-CN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/>
          <a:srcRect l="4437" t="9350" r="5067" b="8679"/>
          <a:stretch/>
        </p:blipFill>
        <p:spPr>
          <a:xfrm>
            <a:off x="4660562" y="2057401"/>
            <a:ext cx="2859176" cy="1816768"/>
          </a:xfrm>
          <a:prstGeom prst="rect">
            <a:avLst/>
          </a:prstGeom>
        </p:spPr>
      </p:pic>
      <p:pic>
        <p:nvPicPr>
          <p:cNvPr id="11" name="Picture 10">
            <a:hlinkClick r:id="rId10" action="ppaction://hlinksldjump"/>
          </p:cNvPr>
          <p:cNvPicPr>
            <a:picLocks noChangeAspect="1"/>
          </p:cNvPicPr>
          <p:nvPr/>
        </p:nvPicPr>
        <p:blipFill rotWithShape="1">
          <a:blip r:embed="rId11"/>
          <a:srcRect l="77271" t="84813" r="3400" b="6719"/>
          <a:stretch/>
        </p:blipFill>
        <p:spPr>
          <a:xfrm>
            <a:off x="6882064" y="3583657"/>
            <a:ext cx="517358" cy="144378"/>
          </a:xfrm>
          <a:prstGeom prst="rect">
            <a:avLst/>
          </a:prstGeom>
        </p:spPr>
      </p:pic>
      <p:pic>
        <p:nvPicPr>
          <p:cNvPr id="12" name="Picture 11">
            <a:hlinkClick r:id="rId12" action="ppaction://hlinksldjump"/>
          </p:cNvPr>
          <p:cNvPicPr>
            <a:picLocks noChangeAspect="1"/>
          </p:cNvPicPr>
          <p:nvPr/>
        </p:nvPicPr>
        <p:blipFill rotWithShape="1">
          <a:blip r:embed="rId9"/>
          <a:srcRect l="69043" t="42000" r="21056" b="45514"/>
          <a:stretch/>
        </p:blipFill>
        <p:spPr>
          <a:xfrm>
            <a:off x="6713621" y="2791325"/>
            <a:ext cx="312822" cy="276727"/>
          </a:xfrm>
          <a:prstGeom prst="rect">
            <a:avLst/>
          </a:prstGeom>
        </p:spPr>
      </p:pic>
      <p:pic>
        <p:nvPicPr>
          <p:cNvPr id="13" name="Picture 12">
            <a:hlinkClick r:id="rId13" action="ppaction://hlinksldjump"/>
          </p:cNvPr>
          <p:cNvPicPr>
            <a:picLocks noChangeAspect="1"/>
          </p:cNvPicPr>
          <p:nvPr/>
        </p:nvPicPr>
        <p:blipFill rotWithShape="1">
          <a:blip r:embed="rId9"/>
          <a:srcRect l="45612" t="42543" r="45248" b="44971"/>
          <a:stretch/>
        </p:blipFill>
        <p:spPr>
          <a:xfrm>
            <a:off x="5945771" y="2797342"/>
            <a:ext cx="288758" cy="2767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9"/>
          <a:srcRect l="20950" t="43006" r="70672" b="46137"/>
          <a:stretch/>
        </p:blipFill>
        <p:spPr>
          <a:xfrm>
            <a:off x="5187781" y="2821405"/>
            <a:ext cx="264695" cy="240632"/>
          </a:xfrm>
          <a:prstGeom prst="rect">
            <a:avLst/>
          </a:prstGeom>
        </p:spPr>
      </p:pic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725F94F0-6529-4E62-51BB-D9CDAF99D1D8}"/>
              </a:ext>
            </a:extLst>
          </p:cNvPr>
          <p:cNvSpPr/>
          <p:nvPr/>
        </p:nvSpPr>
        <p:spPr>
          <a:xfrm>
            <a:off x="11069054" y="6533443"/>
            <a:ext cx="1239253" cy="324853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98CF63-A608-4FBF-B4BB-A85B709DDB88}"/>
              </a:ext>
            </a:extLst>
          </p:cNvPr>
          <p:cNvSpPr txBox="1"/>
          <p:nvPr/>
        </p:nvSpPr>
        <p:spPr>
          <a:xfrm>
            <a:off x="11225069" y="651090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552BB3B5-10D7-499D-A988-767EC8ADA6C5}" type="datetime12">
              <a:rPr lang="en-US" smtClean="0">
                <a:solidFill>
                  <a:schemeClr val="bg1"/>
                </a:solidFill>
              </a:rPr>
              <a:t>4:00 PM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535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66" y="2927081"/>
            <a:ext cx="746709" cy="746709"/>
          </a:xfrm>
          <a:prstGeom prst="round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7893" y="292708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359181" y="2860441"/>
            <a:ext cx="2828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893" y="3322106"/>
            <a:ext cx="124418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Logging off</a:t>
            </a:r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pic>
        <p:nvPicPr>
          <p:cNvPr id="2" name="winxpshutdown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56495" y="56506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288" y="2033337"/>
            <a:ext cx="2151711" cy="15159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16800" y="3424535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25966" y="3947755"/>
            <a:ext cx="398166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Begin, Click your user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371" y="2214456"/>
            <a:ext cx="746709" cy="746709"/>
          </a:xfrm>
          <a:prstGeom prst="roundRect">
            <a:avLst/>
          </a:prstGeom>
        </p:spPr>
      </p:pic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7407998" y="221445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35" t="25533" r="27711" b="64670"/>
          <a:stretch/>
        </p:blipFill>
        <p:spPr>
          <a:xfrm>
            <a:off x="0" y="5794755"/>
            <a:ext cx="505328" cy="40907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5328" y="5826384"/>
            <a:ext cx="207537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Turn off computer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183080" y="5794755"/>
            <a:ext cx="486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After you log on, you can add or change Accounts.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Just go to Control Panel and click User Accounts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100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66" y="2927081"/>
            <a:ext cx="746709" cy="746709"/>
          </a:xfrm>
          <a:prstGeom prst="round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7893" y="292708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359181" y="2860441"/>
            <a:ext cx="2828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893" y="3322106"/>
            <a:ext cx="124418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Logging off</a:t>
            </a:r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pic>
        <p:nvPicPr>
          <p:cNvPr id="2" name="winxpshutdown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56495" y="56506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2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66" y="2927081"/>
            <a:ext cx="746709" cy="746709"/>
          </a:xfrm>
          <a:prstGeom prst="round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7893" y="292708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359181" y="2860441"/>
            <a:ext cx="2828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975" y="3322106"/>
            <a:ext cx="256057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Arial is now Shutting down…</a:t>
            </a:r>
            <a:endParaRPr lang="en-US" altLang="zh-CN" sz="16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136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409" y1="26129" x2="37197" y2="23548"/>
                        <a14:foregroundMark x1="51818" y1="26344" x2="48106" y2="42258"/>
                        <a14:foregroundMark x1="50909" y1="54731" x2="48712" y2="73871"/>
                        <a14:foregroundMark x1="54470" y1="57204" x2="62424" y2="75484"/>
                        <a14:foregroundMark x1="31742" y1="49677" x2="44015" y2="710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660" y="1850457"/>
            <a:ext cx="2151711" cy="15159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80172" y="3241655"/>
            <a:ext cx="13789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Arial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99999" y="4059387"/>
            <a:ext cx="33392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is now safe to press Esc</a:t>
            </a:r>
          </a:p>
        </p:txBody>
      </p:sp>
    </p:spTree>
    <p:extLst>
      <p:ext uri="{BB962C8B-B14F-4D97-AF65-F5344CB8AC3E}">
        <p14:creationId xmlns:p14="http://schemas.microsoft.com/office/powerpoint/2010/main" val="301920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66" y="2927081"/>
            <a:ext cx="746709" cy="746709"/>
          </a:xfrm>
          <a:prstGeom prst="round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7893" y="292708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359181" y="2860441"/>
            <a:ext cx="2828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57893" y="3322106"/>
            <a:ext cx="124418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Logging off</a:t>
            </a:r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pic>
        <p:nvPicPr>
          <p:cNvPr id="2" name="winxpshutdown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56495" y="56506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0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0">
              <a:schemeClr val="accent1">
                <a:lumMod val="0"/>
                <a:lumOff val="100000"/>
              </a:schemeClr>
            </a:gs>
            <a:gs pos="24000">
              <a:schemeClr val="accent1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5847215" y="1419726"/>
            <a:ext cx="1" cy="4066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204537" y="5642811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66" y="2927081"/>
            <a:ext cx="746709" cy="746709"/>
          </a:xfrm>
          <a:prstGeom prst="round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7893" y="2927081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Dan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-204537" y="-276726"/>
            <a:ext cx="12524874" cy="1234787"/>
          </a:xfrm>
          <a:prstGeom prst="rect">
            <a:avLst/>
          </a:prstGeom>
          <a:solidFill>
            <a:schemeClr val="accent5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/>
          <p:cNvSpPr/>
          <p:nvPr/>
        </p:nvSpPr>
        <p:spPr>
          <a:xfrm>
            <a:off x="2359181" y="2860441"/>
            <a:ext cx="2828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7537" y="3322106"/>
            <a:ext cx="174490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Arial is restarting…</a:t>
            </a:r>
            <a:endParaRPr lang="en-US" altLang="zh-CN" sz="16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852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Arial OS</Template>
  <TotalTime>110</TotalTime>
  <Words>220</Words>
  <Application>Microsoft Office PowerPoint</Application>
  <PresentationFormat>Widescreen</PresentationFormat>
  <Paragraphs>80</Paragraphs>
  <Slides>22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 Hong Lin</dc:creator>
  <cp:lastModifiedBy>Tang Hong Lin</cp:lastModifiedBy>
  <cp:revision>19</cp:revision>
  <dcterms:created xsi:type="dcterms:W3CDTF">2026-05-12T08:15:14Z</dcterms:created>
  <dcterms:modified xsi:type="dcterms:W3CDTF">2026-05-14T09:36:44Z</dcterms:modified>
</cp:coreProperties>
</file>